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E86AB"/>
                </a:solidFill>
              </a:defRPr>
            </a:pPr>
            <a:r>
              <a:rPr dirty="0"/>
              <a:t>Adaptive Process Booster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t>Dynamic Resource Manager - Advanced Edition</a:t>
            </a:r>
          </a:p>
          <a:p>
            <a:endParaRPr/>
          </a:p>
          <a:p>
            <a:r>
              <a:t>A Comprehensive GUI-Based Process Management System</a:t>
            </a:r>
          </a:p>
          <a:p>
            <a:r>
              <a:t>Real-time Process Monitoring &amp; Priority Optimization</a:t>
            </a:r>
          </a:p>
          <a:p>
            <a:r>
              <a:t>Built with Python, Tkinter, and psutil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Adaptive Process Booster?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Definition:</a:t>
            </a:r>
          </a:p>
          <a:p>
            <a:r>
              <a:rPr dirty="0"/>
              <a:t>• Advanced process management application</a:t>
            </a:r>
          </a:p>
          <a:p>
            <a:r>
              <a:rPr dirty="0"/>
              <a:t>• Real-time monitoring and control of system processes</a:t>
            </a:r>
          </a:p>
          <a:p>
            <a:r>
              <a:rPr dirty="0"/>
              <a:t>• Intelligent priority optimization based on resource usage</a:t>
            </a:r>
          </a:p>
          <a:p>
            <a:endParaRPr dirty="0"/>
          </a:p>
          <a:p>
            <a:r>
              <a:rPr dirty="0"/>
              <a:t>Key Capabilities:</a:t>
            </a:r>
          </a:p>
          <a:p>
            <a:r>
              <a:rPr dirty="0"/>
              <a:t>• Real-time process monitoring (1-second refresh)</a:t>
            </a:r>
          </a:p>
          <a:p>
            <a:r>
              <a:rPr dirty="0"/>
              <a:t>• Dynamic priority boosting</a:t>
            </a:r>
          </a:p>
          <a:p>
            <a:r>
              <a:rPr dirty="0"/>
              <a:t>• System resource tracking</a:t>
            </a:r>
          </a:p>
          <a:p>
            <a:r>
              <a:rPr dirty="0"/>
              <a:t>• Process termination and management</a:t>
            </a:r>
          </a:p>
          <a:p>
            <a:r>
              <a:rPr dirty="0"/>
              <a:t>• Comprehensive logging and history</a:t>
            </a:r>
          </a:p>
          <a:p>
            <a:endParaRPr dirty="0"/>
          </a:p>
          <a:p>
            <a:r>
              <a:rPr dirty="0"/>
              <a:t>Platform Support:</a:t>
            </a:r>
          </a:p>
          <a:p>
            <a:r>
              <a:rPr dirty="0"/>
              <a:t>• Windows (with Administrator privileges)</a:t>
            </a:r>
          </a:p>
          <a:p>
            <a:r>
              <a:rPr dirty="0"/>
              <a:t>• Linux/Mac (with appropriate permissions)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Do We Need Process Management?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t>Challenges:</a:t>
            </a:r>
          </a:p>
          <a:p>
            <a:endParaRPr/>
          </a:p>
          <a:p>
            <a:r>
              <a:t>1. Resource Competition</a:t>
            </a:r>
          </a:p>
          <a:p>
            <a:r>
              <a:t>   • Multiple processes competing for CPU and memory</a:t>
            </a:r>
          </a:p>
          <a:p>
            <a:r>
              <a:t>   • Critical applications may run slowly</a:t>
            </a:r>
          </a:p>
          <a:p>
            <a:r>
              <a:t>   • System performance degradation</a:t>
            </a:r>
          </a:p>
          <a:p>
            <a:endParaRPr/>
          </a:p>
          <a:p>
            <a:r>
              <a:t>2. Manual Management</a:t>
            </a:r>
          </a:p>
          <a:p>
            <a:r>
              <a:t>   • No easy way to identify resource-heavy processes</a:t>
            </a:r>
          </a:p>
          <a:p>
            <a:r>
              <a:t>   • Difficult to prioritize important applications</a:t>
            </a:r>
          </a:p>
          <a:p>
            <a:r>
              <a:t>   • Lack of real-time monitoring tools</a:t>
            </a:r>
          </a:p>
          <a:p>
            <a:endParaRPr/>
          </a:p>
          <a:p>
            <a:r>
              <a:t>3. System Optimization</a:t>
            </a:r>
          </a:p>
          <a:p>
            <a:r>
              <a:t>   • Need for automatic resource allocation</a:t>
            </a:r>
          </a:p>
          <a:p>
            <a:r>
              <a:t>   • Dynamic adjustment based on usage patterns</a:t>
            </a:r>
          </a:p>
          <a:p>
            <a:r>
              <a:t>   • Historical tracking for analysis</a:t>
            </a:r>
          </a:p>
          <a:p>
            <a:endParaRPr/>
          </a:p>
          <a:p>
            <a:r>
              <a:t>Impact:</a:t>
            </a:r>
          </a:p>
          <a:p>
            <a:r>
              <a:t>• Reduced productivity</a:t>
            </a:r>
          </a:p>
          <a:p>
            <a:r>
              <a:t>• System slowdowns</a:t>
            </a:r>
          </a:p>
          <a:p>
            <a:r>
              <a:t>• Poor user experience</a:t>
            </a:r>
          </a:p>
          <a:p>
            <a:r>
              <a:t>• Inefficient resource utilization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Our Solution - Adaptive Process Booster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dirty="0"/>
              <a:t>Main Objectives:</a:t>
            </a:r>
          </a:p>
          <a:p>
            <a:endParaRPr dirty="0"/>
          </a:p>
          <a:p>
            <a:r>
              <a:rPr dirty="0"/>
              <a:t>1. Real-time Monitoring</a:t>
            </a:r>
          </a:p>
          <a:p>
            <a:r>
              <a:rPr dirty="0"/>
              <a:t>   • Continuous process scanning</a:t>
            </a:r>
          </a:p>
          <a:p>
            <a:r>
              <a:rPr dirty="0"/>
              <a:t>   • Live system resource tracking</a:t>
            </a:r>
          </a:p>
          <a:p>
            <a:r>
              <a:rPr dirty="0"/>
              <a:t>   • Instant updates every second</a:t>
            </a:r>
          </a:p>
          <a:p>
            <a:endParaRPr dirty="0"/>
          </a:p>
          <a:p>
            <a:r>
              <a:rPr dirty="0"/>
              <a:t>2. Intelligent Priority Management</a:t>
            </a:r>
          </a:p>
          <a:p>
            <a:r>
              <a:rPr dirty="0"/>
              <a:t>   • Automatic priority boosting based on usage</a:t>
            </a:r>
          </a:p>
          <a:p>
            <a:r>
              <a:rPr dirty="0"/>
              <a:t>   • Manual priority control</a:t>
            </a:r>
          </a:p>
          <a:p>
            <a:r>
              <a:rPr dirty="0"/>
              <a:t>   • Multiple priority levels</a:t>
            </a:r>
          </a:p>
          <a:p>
            <a:endParaRPr dirty="0"/>
          </a:p>
          <a:p>
            <a:r>
              <a:rPr dirty="0"/>
              <a:t>3. User-Friendly Interface</a:t>
            </a:r>
          </a:p>
          <a:p>
            <a:r>
              <a:rPr dirty="0"/>
              <a:t>   • Modern tabbed GUI</a:t>
            </a:r>
          </a:p>
          <a:p>
            <a:r>
              <a:rPr dirty="0"/>
              <a:t>   • Search, filter, and sort capabilities</a:t>
            </a:r>
          </a:p>
          <a:p>
            <a:r>
              <a:rPr dirty="0"/>
              <a:t>   • Detailed process information</a:t>
            </a:r>
          </a:p>
          <a:p>
            <a:endParaRPr dirty="0"/>
          </a:p>
          <a:p>
            <a:r>
              <a:rPr dirty="0"/>
              <a:t>4. Comprehensive Management</a:t>
            </a:r>
          </a:p>
          <a:p>
            <a:r>
              <a:rPr dirty="0"/>
              <a:t>   • Process termination</a:t>
            </a:r>
          </a:p>
          <a:p>
            <a:r>
              <a:rPr dirty="0"/>
              <a:t>   • History logging</a:t>
            </a:r>
          </a:p>
          <a:p>
            <a:r>
              <a:rPr dirty="0"/>
              <a:t>   • Data export functionality</a:t>
            </a:r>
          </a:p>
          <a:p>
            <a:endParaRPr dirty="0"/>
          </a:p>
          <a:p>
            <a:r>
              <a:rPr dirty="0"/>
              <a:t>Key Innovation:</a:t>
            </a:r>
          </a:p>
          <a:p>
            <a:r>
              <a:rPr dirty="0"/>
              <a:t>Dynamic Score Calculation: Score = 0.6 × CPU% + 0.4 × RAM%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Feature-Rich Process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dirty="0"/>
              <a:t>Core Features:</a:t>
            </a:r>
          </a:p>
          <a:p>
            <a:endParaRPr dirty="0"/>
          </a:p>
          <a:p>
            <a:r>
              <a:rPr dirty="0"/>
              <a:t>1. Process Monitoring</a:t>
            </a:r>
          </a:p>
          <a:p>
            <a:r>
              <a:rPr dirty="0"/>
              <a:t>   • Real-time process list with PID, Name, CPU%, RAM%, Score</a:t>
            </a:r>
          </a:p>
          <a:p>
            <a:r>
              <a:rPr dirty="0"/>
              <a:t>   • Status tracking (running, sleeping, zombie)</a:t>
            </a:r>
          </a:p>
          <a:p>
            <a:r>
              <a:rPr dirty="0"/>
              <a:t>   • Automatic refresh every second</a:t>
            </a:r>
          </a:p>
          <a:p>
            <a:endParaRPr dirty="0"/>
          </a:p>
          <a:p>
            <a:r>
              <a:rPr dirty="0"/>
              <a:t>2. Priority Management</a:t>
            </a:r>
          </a:p>
          <a:p>
            <a:r>
              <a:rPr dirty="0"/>
              <a:t>   • 6 priority levels (Realtime to Low)</a:t>
            </a:r>
          </a:p>
          <a:p>
            <a:r>
              <a:rPr dirty="0"/>
              <a:t>   • Manual priority boosting</a:t>
            </a:r>
          </a:p>
          <a:p>
            <a:r>
              <a:rPr dirty="0"/>
              <a:t>   • Automatic priority optimization</a:t>
            </a:r>
          </a:p>
          <a:p>
            <a:endParaRPr dirty="0"/>
          </a:p>
          <a:p>
            <a:r>
              <a:rPr dirty="0"/>
              <a:t>3. Search &amp; Filter</a:t>
            </a:r>
          </a:p>
          <a:p>
            <a:r>
              <a:rPr dirty="0"/>
              <a:t>   • Search by process name or PID</a:t>
            </a:r>
          </a:p>
          <a:p>
            <a:r>
              <a:rPr dirty="0"/>
              <a:t>   • Filter by CPU, RAM, or Score thresholds</a:t>
            </a:r>
          </a:p>
          <a:p>
            <a:r>
              <a:rPr dirty="0"/>
              <a:t>   • Sort by any column</a:t>
            </a:r>
          </a:p>
          <a:p>
            <a:endParaRPr dirty="0"/>
          </a:p>
          <a:p>
            <a:r>
              <a:rPr dirty="0"/>
              <a:t>4. Process Details</a:t>
            </a:r>
          </a:p>
          <a:p>
            <a:r>
              <a:rPr dirty="0"/>
              <a:t>   • Comprehensive process information</a:t>
            </a:r>
          </a:p>
          <a:p>
            <a:r>
              <a:rPr dirty="0"/>
              <a:t>   • Memory usage (RSS/VMS)</a:t>
            </a:r>
          </a:p>
          <a:p>
            <a:r>
              <a:rPr dirty="0"/>
              <a:t>   • Thread count, creation time</a:t>
            </a:r>
          </a:p>
          <a:p>
            <a:r>
              <a:rPr dirty="0"/>
              <a:t>   • Executable path and command line</a:t>
            </a:r>
          </a:p>
          <a:p>
            <a:endParaRPr dirty="0"/>
          </a:p>
          <a:p>
            <a:r>
              <a:rPr dirty="0"/>
              <a:t>5. System Monitoring</a:t>
            </a:r>
          </a:p>
          <a:p>
            <a:r>
              <a:rPr dirty="0"/>
              <a:t>   • CPU usage tracking</a:t>
            </a:r>
          </a:p>
          <a:p>
            <a:r>
              <a:rPr dirty="0"/>
              <a:t>   • Memory usage (percentage and GB)</a:t>
            </a:r>
          </a:p>
          <a:p>
            <a:r>
              <a:rPr dirty="0"/>
              <a:t>   • Disk usage monitoring</a:t>
            </a:r>
          </a:p>
          <a:p>
            <a:r>
              <a:rPr dirty="0"/>
              <a:t>   • Process count display</a:t>
            </a:r>
          </a:p>
          <a:p>
            <a:endParaRPr dirty="0"/>
          </a:p>
          <a:p>
            <a:r>
              <a:rPr dirty="0"/>
              <a:t>6. History &amp; Logging</a:t>
            </a:r>
          </a:p>
          <a:p>
            <a:r>
              <a:rPr dirty="0"/>
              <a:t>   • Action history with timestamps</a:t>
            </a:r>
          </a:p>
          <a:p>
            <a:r>
              <a:rPr dirty="0"/>
              <a:t>   • Export logs to text file</a:t>
            </a:r>
          </a:p>
          <a:p>
            <a:r>
              <a:rPr dirty="0"/>
              <a:t>   • Clear history functionality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 &amp;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t>Architecture:</a:t>
            </a:r>
          </a:p>
          <a:p>
            <a:endParaRPr/>
          </a:p>
          <a:p>
            <a:r>
              <a:t>GUI Layer (Tkinter)</a:t>
            </a:r>
          </a:p>
          <a:p>
            <a:r>
              <a:t>├── Process Monitor Tab</a:t>
            </a:r>
          </a:p>
          <a:p>
            <a:r>
              <a:t>├── System Resources Tab</a:t>
            </a:r>
          </a:p>
          <a:p>
            <a:r>
              <a:t>└── History &amp; Logs Tab</a:t>
            </a:r>
          </a:p>
          <a:p>
            <a:r>
              <a:t>         │</a:t>
            </a:r>
          </a:p>
          <a:p>
            <a:r>
              <a:t>         │ Thread-Safe Communication (root.after())</a:t>
            </a:r>
          </a:p>
          <a:p>
            <a:r>
              <a:t>         │</a:t>
            </a:r>
          </a:p>
          <a:p>
            <a:r>
              <a:t>Background Monitoring Thread</a:t>
            </a:r>
          </a:p>
          <a:p>
            <a:r>
              <a:t>├── Process Scanning (psutil)</a:t>
            </a:r>
          </a:p>
          <a:p>
            <a:r>
              <a:t>├── System Stats Collection</a:t>
            </a:r>
          </a:p>
          <a:p>
            <a:r>
              <a:t>├── Score Calculation</a:t>
            </a:r>
          </a:p>
          <a:p>
            <a:r>
              <a:t>└── Auto-Boost Logic</a:t>
            </a:r>
          </a:p>
          <a:p>
            <a:r>
              <a:t>         │</a:t>
            </a:r>
          </a:p>
          <a:p>
            <a:r>
              <a:t>         │</a:t>
            </a:r>
          </a:p>
          <a:p>
            <a:r>
              <a:t>Operating System</a:t>
            </a:r>
          </a:p>
          <a:p>
            <a:r>
              <a:t>├── Process Management</a:t>
            </a:r>
          </a:p>
          <a:p>
            <a:r>
              <a:t>├── Priority Control</a:t>
            </a:r>
          </a:p>
          <a:p>
            <a:r>
              <a:t>└── Resource Allocation</a:t>
            </a:r>
          </a:p>
          <a:p>
            <a:endParaRPr/>
          </a:p>
          <a:p>
            <a:r>
              <a:t>Key Technologies:</a:t>
            </a:r>
          </a:p>
          <a:p>
            <a:r>
              <a:t>• Python 3.6+: Core programming language</a:t>
            </a:r>
          </a:p>
          <a:p>
            <a:r>
              <a:t>• Tkinter: GUI framework</a:t>
            </a:r>
          </a:p>
          <a:p>
            <a:r>
              <a:t>• psutil: System and process utilities</a:t>
            </a:r>
          </a:p>
          <a:p>
            <a:r>
              <a:t>• Threading: Background monitoring</a:t>
            </a:r>
          </a:p>
          <a:p>
            <a:r>
              <a:t>• CSV/JSON: Data export formats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Components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dirty="0"/>
              <a:t>1. Priority Management Module</a:t>
            </a:r>
          </a:p>
          <a:p>
            <a:r>
              <a:rPr dirty="0"/>
              <a:t>   • Cross-platform priority mapping</a:t>
            </a:r>
          </a:p>
          <a:p>
            <a:r>
              <a:rPr dirty="0"/>
              <a:t>   • Windows: Priority classes (Realtime, High, Normal, etc.)</a:t>
            </a:r>
          </a:p>
          <a:p>
            <a:r>
              <a:rPr dirty="0"/>
              <a:t>   • Linux: Nice values (-10 to +10)</a:t>
            </a:r>
          </a:p>
          <a:p>
            <a:r>
              <a:rPr dirty="0"/>
              <a:t>   • Dynamic priority assignment</a:t>
            </a:r>
          </a:p>
          <a:p>
            <a:endParaRPr dirty="0"/>
          </a:p>
          <a:p>
            <a:r>
              <a:rPr dirty="0"/>
              <a:t>2. Process Monitoring Engine</a:t>
            </a:r>
          </a:p>
          <a:p>
            <a:r>
              <a:rPr dirty="0"/>
              <a:t>   • Continuous process scanning</a:t>
            </a:r>
          </a:p>
          <a:p>
            <a:r>
              <a:rPr dirty="0"/>
              <a:t>   • Real-time data collection</a:t>
            </a:r>
          </a:p>
          <a:p>
            <a:r>
              <a:rPr dirty="0"/>
              <a:t>   • Score calculation algorithm</a:t>
            </a:r>
          </a:p>
          <a:p>
            <a:r>
              <a:rPr dirty="0"/>
              <a:t>   • Auto-boost decision making</a:t>
            </a:r>
          </a:p>
          <a:p>
            <a:endParaRPr dirty="0"/>
          </a:p>
          <a:p>
            <a:r>
              <a:rPr dirty="0"/>
              <a:t>3. GUI Framework</a:t>
            </a:r>
          </a:p>
          <a:p>
            <a:r>
              <a:rPr dirty="0"/>
              <a:t>   • Tabbed interface (3 main tabs)</a:t>
            </a:r>
          </a:p>
          <a:p>
            <a:r>
              <a:rPr dirty="0"/>
              <a:t>   • </a:t>
            </a:r>
            <a:r>
              <a:rPr dirty="0" err="1"/>
              <a:t>Treeview</a:t>
            </a:r>
            <a:r>
              <a:rPr dirty="0"/>
              <a:t> for process display</a:t>
            </a:r>
          </a:p>
          <a:p>
            <a:r>
              <a:rPr dirty="0"/>
              <a:t>   • Progress bars for system stats</a:t>
            </a:r>
          </a:p>
          <a:p>
            <a:r>
              <a:rPr dirty="0"/>
              <a:t>   • Context menus and dialogs</a:t>
            </a:r>
          </a:p>
          <a:p>
            <a:endParaRPr dirty="0"/>
          </a:p>
          <a:p>
            <a:r>
              <a:rPr dirty="0"/>
              <a:t>4. Data Management</a:t>
            </a:r>
          </a:p>
          <a:p>
            <a:r>
              <a:rPr dirty="0"/>
              <a:t>   • Process history tracking</a:t>
            </a:r>
          </a:p>
          <a:p>
            <a:r>
              <a:rPr dirty="0"/>
              <a:t>   • Action logging system</a:t>
            </a:r>
          </a:p>
          <a:p>
            <a:r>
              <a:rPr dirty="0"/>
              <a:t>   • CSV export functionality</a:t>
            </a:r>
          </a:p>
          <a:p>
            <a:r>
              <a:rPr dirty="0"/>
              <a:t>   • Settings persistence</a:t>
            </a:r>
          </a:p>
          <a:p>
            <a:endParaRPr dirty="0"/>
          </a:p>
          <a:p>
            <a:r>
              <a:rPr dirty="0"/>
              <a:t>5. Threading System</a:t>
            </a:r>
          </a:p>
          <a:p>
            <a:r>
              <a:rPr dirty="0"/>
              <a:t>   • Background monitoring thread</a:t>
            </a:r>
          </a:p>
          <a:p>
            <a:r>
              <a:rPr dirty="0"/>
              <a:t>   • Thread-safe GUI updates</a:t>
            </a:r>
          </a:p>
          <a:p>
            <a:r>
              <a:rPr dirty="0"/>
              <a:t>   • Non-blocking operations</a:t>
            </a:r>
          </a:p>
          <a:p>
            <a:r>
              <a:rPr dirty="0"/>
              <a:t>   • Efficient resource usage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Intelligent Priority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dirty="0"/>
              <a:t>Score Calculation Formula:</a:t>
            </a:r>
          </a:p>
          <a:p>
            <a:r>
              <a:rPr dirty="0"/>
              <a:t>Score = 0.6 × </a:t>
            </a:r>
            <a:r>
              <a:rPr dirty="0" err="1"/>
              <a:t>CPU_Usage</a:t>
            </a:r>
            <a:r>
              <a:rPr dirty="0"/>
              <a:t>% + 0.4 × </a:t>
            </a:r>
            <a:r>
              <a:rPr dirty="0" err="1"/>
              <a:t>RAM_Usage</a:t>
            </a:r>
            <a:r>
              <a:rPr dirty="0"/>
              <a:t>%</a:t>
            </a:r>
          </a:p>
          <a:p>
            <a:endParaRPr dirty="0"/>
          </a:p>
          <a:p>
            <a:r>
              <a:rPr dirty="0"/>
              <a:t>Why This Formula?</a:t>
            </a:r>
          </a:p>
          <a:p>
            <a:r>
              <a:rPr dirty="0"/>
              <a:t>• CPU Weight (60%): CPU is often the bottleneck</a:t>
            </a:r>
          </a:p>
          <a:p>
            <a:r>
              <a:rPr dirty="0"/>
              <a:t>• RAM Weight (40%): Memory usage is also critical</a:t>
            </a:r>
          </a:p>
          <a:p>
            <a:r>
              <a:rPr dirty="0"/>
              <a:t>• Weighted Approach: Balances both factors</a:t>
            </a:r>
          </a:p>
          <a:p>
            <a:endParaRPr dirty="0"/>
          </a:p>
          <a:p>
            <a:r>
              <a:rPr dirty="0"/>
              <a:t>Example Calculation:</a:t>
            </a:r>
          </a:p>
          <a:p>
            <a:endParaRPr dirty="0"/>
          </a:p>
          <a:p>
            <a:r>
              <a:rPr dirty="0"/>
              <a:t>Process A: CPU = 80%, RAM = 60%</a:t>
            </a:r>
          </a:p>
          <a:p>
            <a:r>
              <a:rPr dirty="0"/>
              <a:t>Score = 0.6 × 80 + 0.4 × 60 = 48 + 24 = 72</a:t>
            </a:r>
          </a:p>
          <a:p>
            <a:r>
              <a:rPr dirty="0"/>
              <a:t>Result: High score → Auto-boost candidate</a:t>
            </a:r>
          </a:p>
          <a:p>
            <a:endParaRPr dirty="0"/>
          </a:p>
          <a:p>
            <a:r>
              <a:rPr dirty="0"/>
              <a:t>Process B: CPU = 30%, RAM = 20%</a:t>
            </a:r>
          </a:p>
          <a:p>
            <a:r>
              <a:rPr dirty="0"/>
              <a:t>Score = 0.6 × 30 + 0.4 × 20 = 18 + 8 = 26</a:t>
            </a:r>
          </a:p>
          <a:p>
            <a:r>
              <a:rPr dirty="0"/>
              <a:t>Result: Low score → No boost needed</a:t>
            </a:r>
          </a:p>
          <a:p>
            <a:endParaRPr dirty="0"/>
          </a:p>
          <a:p>
            <a:r>
              <a:rPr dirty="0"/>
              <a:t>Auto-Boost Logic:</a:t>
            </a:r>
          </a:p>
          <a:p>
            <a:r>
              <a:rPr dirty="0"/>
              <a:t>IF (Auto-Boost Enabled) AND (Score &gt; Threshold):</a:t>
            </a:r>
          </a:p>
          <a:p>
            <a:r>
              <a:rPr dirty="0"/>
              <a:t>    THEN Boost Process Priority</a:t>
            </a:r>
          </a:p>
          <a:p>
            <a:r>
              <a:rPr dirty="0"/>
              <a:t>    LOG Action to History</a:t>
            </a:r>
          </a:p>
          <a:p>
            <a:endParaRPr dirty="0"/>
          </a:p>
          <a:p>
            <a:r>
              <a:rPr dirty="0"/>
              <a:t>Benefits:</a:t>
            </a:r>
          </a:p>
          <a:p>
            <a:r>
              <a:rPr dirty="0"/>
              <a:t>• Automatic resource optimization</a:t>
            </a:r>
          </a:p>
          <a:p>
            <a:r>
              <a:rPr dirty="0"/>
              <a:t>• No manual intervention needed</a:t>
            </a:r>
          </a:p>
          <a:p>
            <a:r>
              <a:rPr dirty="0"/>
              <a:t>• Configurable threshold</a:t>
            </a:r>
          </a:p>
          <a:p>
            <a:r>
              <a:rPr dirty="0"/>
              <a:t>• Real-time adaptation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- Three Main Tabs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t>Tab 1: Process Monitor</a:t>
            </a:r>
          </a:p>
          <a:p>
            <a:r>
              <a:t>• Process List Table</a:t>
            </a:r>
          </a:p>
          <a:p>
            <a:r>
              <a:t>  - Columns: PID, Name, CPU%, RAM%, Score, Status</a:t>
            </a:r>
          </a:p>
          <a:p>
            <a:r>
              <a:t>  - Sortable columns</a:t>
            </a:r>
          </a:p>
          <a:p>
            <a:r>
              <a:t>  - Color-coded indicators</a:t>
            </a:r>
          </a:p>
          <a:p>
            <a:r>
              <a:t>• Toolbar</a:t>
            </a:r>
          </a:p>
          <a:p>
            <a:r>
              <a:t>  - Search box (real-time filtering)</a:t>
            </a:r>
          </a:p>
          <a:p>
            <a:r>
              <a:t>  - Sort dropdown</a:t>
            </a:r>
          </a:p>
          <a:p>
            <a:r>
              <a:t>  - Filter dropdown (High CPU/RAM/Score)</a:t>
            </a:r>
          </a:p>
          <a:p>
            <a:r>
              <a:t>• Action Buttons</a:t>
            </a:r>
          </a:p>
          <a:p>
            <a:r>
              <a:t>  - Boost Process</a:t>
            </a:r>
          </a:p>
          <a:p>
            <a:r>
              <a:t>  - View Details</a:t>
            </a:r>
          </a:p>
          <a:p>
            <a:r>
              <a:t>  - Kill Process</a:t>
            </a:r>
          </a:p>
          <a:p>
            <a:r>
              <a:t>• Status Bar</a:t>
            </a:r>
          </a:p>
          <a:p>
            <a:r>
              <a:t>  - Current selection</a:t>
            </a:r>
          </a:p>
          <a:p>
            <a:r>
              <a:t>  - Operation status</a:t>
            </a:r>
          </a:p>
          <a:p>
            <a:endParaRPr/>
          </a:p>
          <a:p>
            <a:r>
              <a:t>Tab 2: System Resources</a:t>
            </a:r>
          </a:p>
          <a:p>
            <a:r>
              <a:t>• CPU Usage (percentage + progress bar)</a:t>
            </a:r>
          </a:p>
          <a:p>
            <a:r>
              <a:t>• Memory Usage (percentage + GB + progress bar)</a:t>
            </a:r>
          </a:p>
          <a:p>
            <a:r>
              <a:t>• Disk Usage (percentage + GB + progress bar)</a:t>
            </a:r>
          </a:p>
          <a:p>
            <a:r>
              <a:t>• Running Process Count</a:t>
            </a:r>
          </a:p>
          <a:p>
            <a:r>
              <a:t>• Real-time updates</a:t>
            </a:r>
          </a:p>
          <a:p>
            <a:endParaRPr/>
          </a:p>
          <a:p>
            <a:r>
              <a:t>Tab 3: History &amp; Logs</a:t>
            </a:r>
          </a:p>
          <a:p>
            <a:r>
              <a:t>• Timestamped action log</a:t>
            </a:r>
          </a:p>
          <a:p>
            <a:r>
              <a:t>• Scrollable text widget</a:t>
            </a:r>
          </a:p>
          <a:p>
            <a:r>
              <a:t>• Export functionality</a:t>
            </a:r>
          </a:p>
          <a:p>
            <a:r>
              <a:t>• Clear history option</a:t>
            </a:r>
          </a:p>
          <a:p>
            <a:endParaRPr/>
          </a:p>
          <a:p>
            <a:r>
              <a:t>Menu Bar:</a:t>
            </a:r>
          </a:p>
          <a:p>
            <a:r>
              <a:t>• File: Export CSV, Exit</a:t>
            </a:r>
          </a:p>
          <a:p>
            <a:r>
              <a:t>• Tools: Settings, Clear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t>1. Search &amp; Filter System</a:t>
            </a:r>
          </a:p>
          <a:p>
            <a:r>
              <a:t>   • Search: Real-time text search by name or PID</a:t>
            </a:r>
          </a:p>
          <a:p>
            <a:r>
              <a:t>   • Filters: All, High CPU (&gt;50%), High RAM (&gt;50%), High Score (&gt;50)</a:t>
            </a:r>
          </a:p>
          <a:p>
            <a:r>
              <a:t>   • Sorting: Click column headers or use dropdown</a:t>
            </a:r>
          </a:p>
          <a:p>
            <a:endParaRPr/>
          </a:p>
          <a:p>
            <a:r>
              <a:t>2. Process Details Window</a:t>
            </a:r>
          </a:p>
          <a:p>
            <a:r>
              <a:t>   • Complete process information</a:t>
            </a:r>
          </a:p>
          <a:p>
            <a:r>
              <a:t>   • Memory breakdown (RSS/VMS)</a:t>
            </a:r>
          </a:p>
          <a:p>
            <a:r>
              <a:t>   • Thread information</a:t>
            </a:r>
          </a:p>
          <a:p>
            <a:r>
              <a:t>   • Creation timestamp</a:t>
            </a:r>
          </a:p>
          <a:p>
            <a:r>
              <a:t>   • Executable path</a:t>
            </a:r>
          </a:p>
          <a:p>
            <a:r>
              <a:t>   • Command line arguments</a:t>
            </a:r>
          </a:p>
          <a:p>
            <a:r>
              <a:t>   • Working directory</a:t>
            </a:r>
          </a:p>
          <a:p>
            <a:endParaRPr/>
          </a:p>
          <a:p>
            <a:r>
              <a:t>3. Context Menu (Right-Click)</a:t>
            </a:r>
          </a:p>
          <a:p>
            <a:r>
              <a:t>   • Quick access to actions</a:t>
            </a:r>
          </a:p>
          <a:p>
            <a:r>
              <a:t>   • View Details</a:t>
            </a:r>
          </a:p>
          <a:p>
            <a:r>
              <a:t>   • Boost Process</a:t>
            </a:r>
          </a:p>
          <a:p>
            <a:r>
              <a:t>   • Kill Process</a:t>
            </a:r>
          </a:p>
          <a:p>
            <a:endParaRPr/>
          </a:p>
          <a:p>
            <a:r>
              <a:t>4. Settings Configuration</a:t>
            </a:r>
          </a:p>
          <a:p>
            <a:r>
              <a:t>   • Enable/Disable Auto-Boost</a:t>
            </a:r>
          </a:p>
          <a:p>
            <a:r>
              <a:t>   • Configure threshold value</a:t>
            </a:r>
          </a:p>
          <a:p>
            <a:r>
              <a:t>   • Select priority level</a:t>
            </a:r>
          </a:p>
          <a:p>
            <a:r>
              <a:t>   • Persistent settings</a:t>
            </a:r>
          </a:p>
          <a:p>
            <a:endParaRPr/>
          </a:p>
          <a:p>
            <a:r>
              <a:t>5. Data Export</a:t>
            </a:r>
          </a:p>
          <a:p>
            <a:r>
              <a:t>   • Export process list to CSV</a:t>
            </a:r>
          </a:p>
          <a:p>
            <a:r>
              <a:t>   • Export logs to text file</a:t>
            </a:r>
          </a:p>
          <a:p>
            <a:r>
              <a:t>   • File dialog for save location</a:t>
            </a:r>
          </a:p>
          <a:p>
            <a:endParaRPr/>
          </a:p>
          <a:p>
            <a:r>
              <a:t>6. Selection Preservation</a:t>
            </a:r>
          </a:p>
          <a:p>
            <a:r>
              <a:t>   • Maintains selection during updates</a:t>
            </a:r>
          </a:p>
          <a:p>
            <a:r>
              <a:t>   • Scroll position preservation</a:t>
            </a:r>
          </a:p>
          <a:p>
            <a:r>
              <a:t>   • Smooth user experience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Real-Time System Resource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t>CPU Monitoring:</a:t>
            </a:r>
          </a:p>
          <a:p>
            <a:r>
              <a:t>• Real-time CPU usage percentage</a:t>
            </a:r>
          </a:p>
          <a:p>
            <a:r>
              <a:t>• Visual progress bar indicator</a:t>
            </a:r>
          </a:p>
          <a:p>
            <a:r>
              <a:t>• Historical tracking (60 data points)</a:t>
            </a:r>
          </a:p>
          <a:p>
            <a:r>
              <a:t>• Per-process CPU breakdown</a:t>
            </a:r>
          </a:p>
          <a:p>
            <a:endParaRPr/>
          </a:p>
          <a:p>
            <a:r>
              <a:t>Memory Monitoring:</a:t>
            </a:r>
          </a:p>
          <a:p>
            <a:r>
              <a:t>• Total system memory</a:t>
            </a:r>
          </a:p>
          <a:p>
            <a:r>
              <a:t>• Used memory (GB)</a:t>
            </a:r>
          </a:p>
          <a:p>
            <a:r>
              <a:t>• Available memory (GB)</a:t>
            </a:r>
          </a:p>
          <a:p>
            <a:r>
              <a:t>• Memory usage percentage</a:t>
            </a:r>
          </a:p>
          <a:p>
            <a:r>
              <a:t>• Visual progress bar</a:t>
            </a:r>
          </a:p>
          <a:p>
            <a:endParaRPr/>
          </a:p>
          <a:p>
            <a:r>
              <a:t>Disk Monitoring:</a:t>
            </a:r>
          </a:p>
          <a:p>
            <a:r>
              <a:t>• Total disk space</a:t>
            </a:r>
          </a:p>
          <a:p>
            <a:r>
              <a:t>• Used disk space (GB)</a:t>
            </a:r>
          </a:p>
          <a:p>
            <a:r>
              <a:t>• Free disk space (GB)</a:t>
            </a:r>
          </a:p>
          <a:p>
            <a:r>
              <a:t>• Disk usage percentage</a:t>
            </a:r>
          </a:p>
          <a:p>
            <a:r>
              <a:t>• Visual progress bar</a:t>
            </a:r>
          </a:p>
          <a:p>
            <a:endParaRPr/>
          </a:p>
          <a:p>
            <a:r>
              <a:t>Process Statistics:</a:t>
            </a:r>
          </a:p>
          <a:p>
            <a:r>
              <a:t>• Total running processes</a:t>
            </a:r>
          </a:p>
          <a:p>
            <a:r>
              <a:t>• Process status breakdown</a:t>
            </a:r>
          </a:p>
          <a:p>
            <a:r>
              <a:t>• Resource consumption summary</a:t>
            </a:r>
          </a:p>
          <a:p>
            <a:endParaRPr/>
          </a:p>
          <a:p>
            <a:r>
              <a:t>Update Frequency:</a:t>
            </a:r>
          </a:p>
          <a:p>
            <a:r>
              <a:t>• 1-second refresh interval</a:t>
            </a:r>
          </a:p>
          <a:p>
            <a:r>
              <a:t>• Real-time data collection</a:t>
            </a:r>
          </a:p>
          <a:p>
            <a:r>
              <a:t>• Thread-safe updates</a:t>
            </a:r>
          </a:p>
          <a:p>
            <a:r>
              <a:t>• Non-blocking operations</a:t>
            </a:r>
          </a:p>
          <a:p>
            <a:endParaRPr/>
          </a:p>
          <a:p>
            <a:r>
              <a:t>Benefits:</a:t>
            </a:r>
          </a:p>
          <a:p>
            <a:r>
              <a:t>• System health awareness</a:t>
            </a:r>
          </a:p>
          <a:p>
            <a:r>
              <a:t>• Resource bottleneck identification</a:t>
            </a:r>
          </a:p>
          <a:p>
            <a:r>
              <a:t>• Performance optimization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Multi-Level Priority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dirty="0"/>
              <a:t>Priority Levels (Windows):</a:t>
            </a:r>
          </a:p>
          <a:p>
            <a:r>
              <a:rPr dirty="0"/>
              <a:t>1. Realtime - Highest priority (use with caution)</a:t>
            </a:r>
          </a:p>
          <a:p>
            <a:r>
              <a:rPr dirty="0"/>
              <a:t>2. High - Elevated priority for important tasks</a:t>
            </a:r>
          </a:p>
          <a:p>
            <a:r>
              <a:rPr dirty="0"/>
              <a:t>3. Above Normal - Slightly elevated</a:t>
            </a:r>
          </a:p>
          <a:p>
            <a:r>
              <a:rPr dirty="0"/>
              <a:t>4. Normal - Default system priority</a:t>
            </a:r>
          </a:p>
          <a:p>
            <a:r>
              <a:rPr dirty="0"/>
              <a:t>5. Below Normal - Reduced priority</a:t>
            </a:r>
          </a:p>
          <a:p>
            <a:r>
              <a:rPr dirty="0"/>
              <a:t>6. Low - Lowest priority for background tasks</a:t>
            </a:r>
          </a:p>
          <a:p>
            <a:endParaRPr dirty="0"/>
          </a:p>
          <a:p>
            <a:r>
              <a:rPr dirty="0"/>
              <a:t>Priority Levels (Linux):</a:t>
            </a:r>
          </a:p>
          <a:p>
            <a:r>
              <a:rPr dirty="0"/>
              <a:t>1. Very High (Nice: -10)</a:t>
            </a:r>
          </a:p>
          <a:p>
            <a:r>
              <a:rPr dirty="0"/>
              <a:t>2. High (Nice: -5)</a:t>
            </a:r>
          </a:p>
          <a:p>
            <a:r>
              <a:rPr dirty="0"/>
              <a:t>3. Above Normal (Nice: -2)</a:t>
            </a:r>
          </a:p>
          <a:p>
            <a:r>
              <a:rPr dirty="0"/>
              <a:t>4. Normal (Nice: 0)</a:t>
            </a:r>
          </a:p>
          <a:p>
            <a:r>
              <a:rPr dirty="0"/>
              <a:t>5. Below Normal (Nice: +5)</a:t>
            </a:r>
          </a:p>
          <a:p>
            <a:r>
              <a:rPr dirty="0"/>
              <a:t>6. Low (Nice: +10)</a:t>
            </a:r>
          </a:p>
          <a:p>
            <a:endParaRPr dirty="0"/>
          </a:p>
          <a:p>
            <a:r>
              <a:rPr dirty="0"/>
              <a:t>Usage Scenarios:</a:t>
            </a:r>
          </a:p>
          <a:p>
            <a:r>
              <a:rPr dirty="0"/>
              <a:t>• Manual Boost: User selects process and priority</a:t>
            </a:r>
          </a:p>
          <a:p>
            <a:r>
              <a:rPr dirty="0"/>
              <a:t>• Auto-Boost: Automatic based on score threshold</a:t>
            </a:r>
          </a:p>
          <a:p>
            <a:r>
              <a:rPr dirty="0"/>
              <a:t>• Priority Selection Dialog: User-friendly interface</a:t>
            </a:r>
          </a:p>
          <a:p>
            <a:endParaRPr dirty="0"/>
          </a:p>
          <a:p>
            <a:r>
              <a:rPr dirty="0"/>
              <a:t>Implementation:</a:t>
            </a:r>
          </a:p>
          <a:p>
            <a:r>
              <a:rPr dirty="0"/>
              <a:t>• Cross-platform compatibility</a:t>
            </a:r>
          </a:p>
          <a:p>
            <a:r>
              <a:rPr dirty="0"/>
              <a:t>• Error handling for access denied</a:t>
            </a:r>
          </a:p>
          <a:p>
            <a:r>
              <a:rPr dirty="0"/>
              <a:t>• Confirmation for critical operations</a:t>
            </a:r>
          </a:p>
          <a:p>
            <a:r>
              <a:rPr dirty="0"/>
              <a:t>• Success/failure feedback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Efficient Multi-Threading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t>Threading Model:</a:t>
            </a:r>
          </a:p>
          <a:p>
            <a:endParaRPr/>
          </a:p>
          <a:p>
            <a:r>
              <a:t>Main Thread (GUI)          Background Thread (Monitoring)</a:t>
            </a:r>
          </a:p>
          <a:p>
            <a:r>
              <a:t>     │                              │</a:t>
            </a:r>
          </a:p>
          <a:p>
            <a:r>
              <a:t>     ├─ User Interactions           ├─ Process Scanning</a:t>
            </a:r>
          </a:p>
          <a:p>
            <a:r>
              <a:t>     ├─ GUI Updates                 ├─ System Stats</a:t>
            </a:r>
          </a:p>
          <a:p>
            <a:r>
              <a:t>     ├─ Event Handling              ├─ Score Calculation</a:t>
            </a:r>
          </a:p>
          <a:p>
            <a:r>
              <a:t>     └─ Window Management           └─ Auto-Boost Logic</a:t>
            </a:r>
          </a:p>
          <a:p>
            <a:r>
              <a:t>              │                              │</a:t>
            </a:r>
          </a:p>
          <a:p>
            <a:r>
              <a:t>              └────── root.after() ──────────┘</a:t>
            </a:r>
          </a:p>
          <a:p>
            <a:r>
              <a:t>              (Thread-Safe Communication)</a:t>
            </a:r>
          </a:p>
          <a:p>
            <a:endParaRPr/>
          </a:p>
          <a:p>
            <a:r>
              <a:t>Why Threading?</a:t>
            </a:r>
          </a:p>
          <a:p>
            <a:r>
              <a:t>• Non-Blocking: GUI remains responsive</a:t>
            </a:r>
          </a:p>
          <a:p>
            <a:r>
              <a:t>• Real-Time: Continuous monitoring</a:t>
            </a:r>
          </a:p>
          <a:p>
            <a:r>
              <a:t>• Efficiency: Parallel operations</a:t>
            </a:r>
          </a:p>
          <a:p>
            <a:r>
              <a:t>• User Experience: Smooth interface</a:t>
            </a:r>
          </a:p>
          <a:p>
            <a:endParaRPr/>
          </a:p>
          <a:p>
            <a:r>
              <a:t>Thread Safety:</a:t>
            </a:r>
          </a:p>
          <a:p>
            <a:r>
              <a:t>• root.after() for GUI updates</a:t>
            </a:r>
          </a:p>
          <a:p>
            <a:r>
              <a:t>• No direct GUI access from background thread</a:t>
            </a:r>
          </a:p>
          <a:p>
            <a:r>
              <a:t>• Thread-safe data structures</a:t>
            </a:r>
          </a:p>
          <a:p>
            <a:r>
              <a:t>• Proper synchronization</a:t>
            </a:r>
          </a:p>
          <a:p>
            <a:endParaRPr/>
          </a:p>
          <a:p>
            <a:r>
              <a:t>Performance Optimizations:</a:t>
            </a:r>
          </a:p>
          <a:p>
            <a:r>
              <a:t>• 1-second refresh interval (balanced)</a:t>
            </a:r>
          </a:p>
          <a:p>
            <a:r>
              <a:t>• Efficient psutil usage</a:t>
            </a:r>
          </a:p>
          <a:p>
            <a:r>
              <a:t>• Limited history (100 entries max)</a:t>
            </a:r>
          </a:p>
          <a:p>
            <a:r>
              <a:t>• Selection preservation (reduces redraws)</a:t>
            </a:r>
          </a:p>
          <a:p>
            <a:r>
              <a:t>• Filtered updates (only visible processes)</a:t>
            </a:r>
          </a:p>
          <a:p>
            <a:endParaRPr/>
          </a:p>
          <a:p>
            <a:r>
              <a:t>Memory Management:</a:t>
            </a:r>
          </a:p>
          <a:p>
            <a:r>
              <a:t>• Bounded history (deque with maxlen)</a:t>
            </a:r>
          </a:p>
          <a:p>
            <a:r>
              <a:t>• Treeview item cleanup</a:t>
            </a:r>
          </a:p>
          <a:p>
            <a:r>
              <a:t>• No memory leaks</a:t>
            </a:r>
          </a:p>
          <a:p>
            <a:r>
              <a:t>• Efficient data structures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Practical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dirty="0"/>
              <a:t>1. Performance Optimization</a:t>
            </a:r>
          </a:p>
          <a:p>
            <a:r>
              <a:rPr dirty="0"/>
              <a:t>   • Boost important applications</a:t>
            </a:r>
          </a:p>
          <a:p>
            <a:r>
              <a:rPr dirty="0"/>
              <a:t>   • Improve system responsiveness</a:t>
            </a:r>
          </a:p>
          <a:p>
            <a:r>
              <a:rPr dirty="0"/>
              <a:t>   • Optimize resource allocation</a:t>
            </a:r>
          </a:p>
          <a:p>
            <a:r>
              <a:rPr dirty="0"/>
              <a:t>   • Example: Boost video editing software during rendering</a:t>
            </a:r>
          </a:p>
          <a:p>
            <a:endParaRPr dirty="0"/>
          </a:p>
          <a:p>
            <a:r>
              <a:rPr dirty="0"/>
              <a:t>2. System Monitoring</a:t>
            </a:r>
          </a:p>
          <a:p>
            <a:r>
              <a:rPr dirty="0"/>
              <a:t>   • Identify resource-heavy processes</a:t>
            </a:r>
          </a:p>
          <a:p>
            <a:r>
              <a:rPr dirty="0"/>
              <a:t>   • Monitor system health</a:t>
            </a:r>
          </a:p>
          <a:p>
            <a:r>
              <a:rPr dirty="0"/>
              <a:t>   • Track resource usage trends</a:t>
            </a:r>
          </a:p>
          <a:p>
            <a:r>
              <a:rPr dirty="0"/>
              <a:t>   • Example: Find processes causing slowdowns</a:t>
            </a:r>
          </a:p>
          <a:p>
            <a:endParaRPr dirty="0"/>
          </a:p>
          <a:p>
            <a:r>
              <a:rPr dirty="0"/>
              <a:t>3. Process Management</a:t>
            </a:r>
          </a:p>
          <a:p>
            <a:r>
              <a:rPr dirty="0"/>
              <a:t>   • Terminate unresponsive processes</a:t>
            </a:r>
          </a:p>
          <a:p>
            <a:r>
              <a:rPr dirty="0"/>
              <a:t>   • Manage background tasks</a:t>
            </a:r>
          </a:p>
          <a:p>
            <a:r>
              <a:rPr dirty="0"/>
              <a:t>   • Control system resources</a:t>
            </a:r>
          </a:p>
          <a:p>
            <a:r>
              <a:rPr dirty="0"/>
              <a:t>   • Example: Kill frozen applications</a:t>
            </a:r>
          </a:p>
          <a:p>
            <a:endParaRPr dirty="0"/>
          </a:p>
          <a:p>
            <a:r>
              <a:rPr dirty="0"/>
              <a:t>4. Development &amp; Testing</a:t>
            </a:r>
          </a:p>
          <a:p>
            <a:r>
              <a:rPr dirty="0"/>
              <a:t>   • Monitor application performance</a:t>
            </a:r>
          </a:p>
          <a:p>
            <a:r>
              <a:rPr dirty="0"/>
              <a:t>   • Analyze resource consumption</a:t>
            </a:r>
          </a:p>
          <a:p>
            <a:r>
              <a:rPr dirty="0"/>
              <a:t>   • Export data for analysis</a:t>
            </a:r>
          </a:p>
          <a:p>
            <a:r>
              <a:rPr dirty="0"/>
              <a:t>   • Example: Performance profiling</a:t>
            </a:r>
          </a:p>
          <a:p>
            <a:endParaRPr dirty="0"/>
          </a:p>
          <a:p>
            <a:r>
              <a:rPr dirty="0"/>
              <a:t>5. System Administration</a:t>
            </a:r>
          </a:p>
          <a:p>
            <a:r>
              <a:rPr dirty="0"/>
              <a:t>   • Server process management</a:t>
            </a:r>
          </a:p>
          <a:p>
            <a:r>
              <a:rPr dirty="0"/>
              <a:t>   • Resource allocation</a:t>
            </a:r>
          </a:p>
          <a:p>
            <a:r>
              <a:rPr dirty="0"/>
              <a:t>   • System optimization</a:t>
            </a:r>
          </a:p>
          <a:p>
            <a:r>
              <a:rPr dirty="0"/>
              <a:t>   • Example: Server monitoring and control</a:t>
            </a:r>
          </a:p>
          <a:p>
            <a:endParaRPr dirty="0"/>
          </a:p>
          <a:p>
            <a:r>
              <a:rPr dirty="0"/>
              <a:t>6. Educational Purpose</a:t>
            </a:r>
          </a:p>
          <a:p>
            <a:r>
              <a:rPr dirty="0"/>
              <a:t>   • Learn process management</a:t>
            </a:r>
          </a:p>
          <a:p>
            <a:r>
              <a:rPr dirty="0"/>
              <a:t>   • Understand system resources</a:t>
            </a:r>
          </a:p>
          <a:p>
            <a:r>
              <a:rPr dirty="0"/>
              <a:t>   • Study threading concepts</a:t>
            </a:r>
          </a:p>
          <a:p>
            <a:r>
              <a:rPr dirty="0"/>
              <a:t>   • Example: Teaching operating systems</a:t>
            </a:r>
          </a:p>
          <a:p>
            <a:endParaRPr dirty="0"/>
          </a:p>
          <a:p>
            <a:r>
              <a:rPr dirty="0"/>
              <a:t>Target Users:</a:t>
            </a:r>
          </a:p>
          <a:p>
            <a:r>
              <a:rPr dirty="0"/>
              <a:t>• System administrators</a:t>
            </a:r>
          </a:p>
          <a:p>
            <a:r>
              <a:rPr dirty="0"/>
              <a:t>• Developers</a:t>
            </a:r>
          </a:p>
          <a:p>
            <a:r>
              <a:rPr dirty="0"/>
              <a:t>• Power users</a:t>
            </a:r>
          </a:p>
          <a:p>
            <a:r>
              <a:rPr dirty="0"/>
              <a:t>• IT professionals</a:t>
            </a:r>
          </a:p>
          <a:p>
            <a:r>
              <a:rPr dirty="0"/>
              <a:t>• Students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dirty="0"/>
              <a:t>Key Functions: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boost_process_priority</a:t>
            </a:r>
            <a:r>
              <a:rPr dirty="0"/>
              <a:t>(</a:t>
            </a:r>
            <a:r>
              <a:rPr dirty="0" err="1"/>
              <a:t>pid</a:t>
            </a:r>
            <a:r>
              <a:rPr dirty="0"/>
              <a:t>, </a:t>
            </a:r>
            <a:r>
              <a:rPr dirty="0" err="1"/>
              <a:t>priority_level</a:t>
            </a:r>
            <a:r>
              <a:rPr dirty="0"/>
              <a:t>)</a:t>
            </a:r>
          </a:p>
          <a:p>
            <a:r>
              <a:rPr dirty="0"/>
              <a:t>   • Sets process priority</a:t>
            </a:r>
          </a:p>
          <a:p>
            <a:r>
              <a:rPr dirty="0"/>
              <a:t>   • Cross-platform implementation</a:t>
            </a:r>
          </a:p>
          <a:p>
            <a:r>
              <a:rPr dirty="0"/>
              <a:t>   • Error handling</a:t>
            </a:r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monitor_processes</a:t>
            </a:r>
            <a:r>
              <a:rPr dirty="0"/>
              <a:t>(</a:t>
            </a:r>
            <a:r>
              <a:rPr dirty="0" err="1"/>
              <a:t>gui_app</a:t>
            </a:r>
            <a:r>
              <a:rPr dirty="0"/>
              <a:t>)</a:t>
            </a:r>
          </a:p>
          <a:p>
            <a:r>
              <a:rPr dirty="0"/>
              <a:t>   • Background monitoring loop</a:t>
            </a:r>
          </a:p>
          <a:p>
            <a:r>
              <a:rPr dirty="0"/>
              <a:t>   • Process scanning</a:t>
            </a:r>
          </a:p>
          <a:p>
            <a:r>
              <a:rPr dirty="0"/>
              <a:t>   • System stats collection</a:t>
            </a:r>
          </a:p>
          <a:p>
            <a:r>
              <a:rPr dirty="0"/>
              <a:t>   • Auto-boost execution</a:t>
            </a:r>
          </a:p>
          <a:p>
            <a:endParaRPr dirty="0"/>
          </a:p>
          <a:p>
            <a:r>
              <a:rPr dirty="0"/>
              <a:t>3. </a:t>
            </a:r>
            <a:r>
              <a:rPr dirty="0" err="1"/>
              <a:t>calculate_score</a:t>
            </a:r>
            <a:r>
              <a:rPr dirty="0"/>
              <a:t>(</a:t>
            </a:r>
            <a:r>
              <a:rPr dirty="0" err="1"/>
              <a:t>cpu</a:t>
            </a:r>
            <a:r>
              <a:rPr dirty="0"/>
              <a:t>, ram)</a:t>
            </a:r>
          </a:p>
          <a:p>
            <a:r>
              <a:rPr dirty="0"/>
              <a:t>   • Weighted score calculation</a:t>
            </a:r>
          </a:p>
          <a:p>
            <a:r>
              <a:rPr dirty="0"/>
              <a:t>   • Returns priority indicator</a:t>
            </a:r>
          </a:p>
          <a:p>
            <a:endParaRPr dirty="0"/>
          </a:p>
          <a:p>
            <a:r>
              <a:rPr dirty="0"/>
              <a:t>4. </a:t>
            </a:r>
            <a:r>
              <a:rPr dirty="0" err="1"/>
              <a:t>update_process_list</a:t>
            </a:r>
            <a:r>
              <a:rPr dirty="0"/>
              <a:t>(data)</a:t>
            </a:r>
          </a:p>
          <a:p>
            <a:r>
              <a:rPr dirty="0"/>
              <a:t>   • Thread-safe GUI update</a:t>
            </a:r>
          </a:p>
          <a:p>
            <a:r>
              <a:rPr dirty="0"/>
              <a:t>   • Filtering and sorting</a:t>
            </a:r>
          </a:p>
          <a:p>
            <a:r>
              <a:rPr dirty="0"/>
              <a:t>   • Selection preservation</a:t>
            </a:r>
          </a:p>
          <a:p>
            <a:endParaRPr dirty="0"/>
          </a:p>
          <a:p>
            <a:r>
              <a:rPr dirty="0"/>
              <a:t>5. </a:t>
            </a:r>
            <a:r>
              <a:rPr dirty="0" err="1"/>
              <a:t>get_process_details</a:t>
            </a:r>
            <a:r>
              <a:rPr dirty="0"/>
              <a:t>(</a:t>
            </a:r>
            <a:r>
              <a:rPr dirty="0" err="1"/>
              <a:t>pid</a:t>
            </a:r>
            <a:r>
              <a:rPr dirty="0"/>
              <a:t>)</a:t>
            </a:r>
          </a:p>
          <a:p>
            <a:r>
              <a:rPr dirty="0"/>
              <a:t>   • Comprehensive process info</a:t>
            </a:r>
          </a:p>
          <a:p>
            <a:r>
              <a:rPr dirty="0"/>
              <a:t>   • Memory breakdown</a:t>
            </a:r>
          </a:p>
          <a:p>
            <a:r>
              <a:rPr dirty="0"/>
              <a:t>   • System information</a:t>
            </a:r>
          </a:p>
          <a:p>
            <a:endParaRPr dirty="0"/>
          </a:p>
          <a:p>
            <a:r>
              <a:rPr dirty="0"/>
              <a:t>Data Structures:</a:t>
            </a:r>
          </a:p>
          <a:p>
            <a:r>
              <a:rPr dirty="0"/>
              <a:t>• deque for history (bounded)</a:t>
            </a:r>
          </a:p>
          <a:p>
            <a:r>
              <a:rPr dirty="0"/>
              <a:t>• Dictionary for priority mapping</a:t>
            </a:r>
          </a:p>
          <a:p>
            <a:r>
              <a:rPr dirty="0"/>
              <a:t>• List for process data</a:t>
            </a:r>
          </a:p>
          <a:p>
            <a:r>
              <a:rPr dirty="0"/>
              <a:t>• String variables for GUI state</a:t>
            </a:r>
          </a:p>
          <a:p>
            <a:endParaRPr dirty="0"/>
          </a:p>
          <a:p>
            <a:r>
              <a:rPr dirty="0"/>
              <a:t>Error Handling:</a:t>
            </a:r>
          </a:p>
          <a:p>
            <a:r>
              <a:rPr dirty="0"/>
              <a:t>• Process not found</a:t>
            </a:r>
          </a:p>
          <a:p>
            <a:r>
              <a:rPr dirty="0"/>
              <a:t>• Access denied</a:t>
            </a:r>
          </a:p>
          <a:p>
            <a:r>
              <a:rPr dirty="0"/>
              <a:t>• Invalid input</a:t>
            </a:r>
          </a:p>
          <a:p>
            <a:r>
              <a:rPr dirty="0"/>
              <a:t>• File I/O errors</a:t>
            </a:r>
          </a:p>
          <a:p>
            <a:r>
              <a:rPr dirty="0"/>
              <a:t>• Thread exceptions</a:t>
            </a:r>
          </a:p>
          <a:p>
            <a:endParaRPr dirty="0"/>
          </a:p>
          <a:p>
            <a:r>
              <a:rPr dirty="0"/>
              <a:t>Dependencies:</a:t>
            </a:r>
          </a:p>
          <a:p>
            <a:r>
              <a:rPr dirty="0"/>
              <a:t>• </a:t>
            </a:r>
            <a:r>
              <a:rPr dirty="0" err="1"/>
              <a:t>psutil</a:t>
            </a:r>
            <a:r>
              <a:rPr dirty="0"/>
              <a:t>: System and process utilities</a:t>
            </a:r>
          </a:p>
          <a:p>
            <a:r>
              <a:rPr dirty="0"/>
              <a:t>• </a:t>
            </a:r>
            <a:r>
              <a:rPr dirty="0" err="1"/>
              <a:t>tkinter</a:t>
            </a:r>
            <a:r>
              <a:rPr dirty="0"/>
              <a:t>: GUI framework</a:t>
            </a:r>
          </a:p>
          <a:p>
            <a:r>
              <a:rPr dirty="0"/>
              <a:t>• threading: Multi-threading</a:t>
            </a:r>
          </a:p>
          <a:p>
            <a:r>
              <a:rPr dirty="0"/>
              <a:t>• csv: Data export</a:t>
            </a:r>
          </a:p>
          <a:p>
            <a:r>
              <a:rPr dirty="0"/>
              <a:t>• datetime: Timestamps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Choose Adaptive Process Booster?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t>User Benefits:</a:t>
            </a:r>
          </a:p>
          <a:p>
            <a:r>
              <a:t>✅ Easy to Use: Intuitive GUI interface</a:t>
            </a:r>
          </a:p>
          <a:p>
            <a:r>
              <a:t>✅ Real-Time: Live process monitoring</a:t>
            </a:r>
          </a:p>
          <a:p>
            <a:r>
              <a:t>✅ Comprehensive: Multiple features in one tool</a:t>
            </a:r>
          </a:p>
          <a:p>
            <a:r>
              <a:t>✅ Efficient: Optimized performance</a:t>
            </a:r>
          </a:p>
          <a:p>
            <a:r>
              <a:t>✅ Flexible: Customizable settings</a:t>
            </a:r>
          </a:p>
          <a:p>
            <a:r>
              <a:t>✅ Cross-Platform: Works on Windows and Linux</a:t>
            </a:r>
          </a:p>
          <a:p>
            <a:endParaRPr/>
          </a:p>
          <a:p>
            <a:r>
              <a:t>Technical Advantages:</a:t>
            </a:r>
          </a:p>
          <a:p>
            <a:r>
              <a:t>✅ Thread-Safe: Proper multi-threading</a:t>
            </a:r>
          </a:p>
          <a:p>
            <a:r>
              <a:t>✅ Scalable: Handles many processes</a:t>
            </a:r>
          </a:p>
          <a:p>
            <a:r>
              <a:t>✅ Robust: Error handling and validation</a:t>
            </a:r>
          </a:p>
          <a:p>
            <a:r>
              <a:t>✅ Extensible: Easy to add features</a:t>
            </a:r>
          </a:p>
          <a:p>
            <a:r>
              <a:t>✅ Well-Structured: Clean code architecture</a:t>
            </a:r>
          </a:p>
          <a:p>
            <a:endParaRPr/>
          </a:p>
          <a:p>
            <a:r>
              <a:t>Performance Benefits:</a:t>
            </a:r>
          </a:p>
          <a:p>
            <a:r>
              <a:t>✅ Automatic Optimization: Auto-boost feature</a:t>
            </a:r>
          </a:p>
          <a:p>
            <a:r>
              <a:t>✅ Resource Awareness: System monitoring</a:t>
            </a:r>
          </a:p>
          <a:p>
            <a:r>
              <a:t>✅ Historical Tracking: Logs and history</a:t>
            </a:r>
          </a:p>
          <a:p>
            <a:r>
              <a:t>✅ Data Export: CSV and text formats</a:t>
            </a:r>
          </a:p>
          <a:p>
            <a:endParaRPr/>
          </a:p>
          <a:p>
            <a:r>
              <a:t>Comparison with Alternatives:</a:t>
            </a:r>
          </a:p>
          <a:p>
            <a:r>
              <a:t>• More features than Task Manager</a:t>
            </a:r>
          </a:p>
          <a:p>
            <a:r>
              <a:t>• Better GUI than command-line tools</a:t>
            </a:r>
          </a:p>
          <a:p>
            <a:r>
              <a:t>• Real-time updates</a:t>
            </a:r>
          </a:p>
          <a:p>
            <a:r>
              <a:t>• Automatic optimization</a:t>
            </a:r>
          </a:p>
          <a:p>
            <a:r>
              <a:t>• Comprehensive logging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Potential Improvements &amp;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dirty="0"/>
              <a:t>Planned Features:</a:t>
            </a:r>
          </a:p>
          <a:p>
            <a:endParaRPr dirty="0"/>
          </a:p>
          <a:p>
            <a:r>
              <a:rPr dirty="0"/>
              <a:t>1. Visual Graphs &amp; Charts</a:t>
            </a:r>
          </a:p>
          <a:p>
            <a:r>
              <a:rPr dirty="0"/>
              <a:t>   • CPU usage graphs over time</a:t>
            </a:r>
          </a:p>
          <a:p>
            <a:r>
              <a:rPr dirty="0"/>
              <a:t>   • Memory usage trends</a:t>
            </a:r>
          </a:p>
          <a:p>
            <a:r>
              <a:rPr dirty="0"/>
              <a:t>   • Process comparison charts</a:t>
            </a:r>
          </a:p>
          <a:p>
            <a:r>
              <a:rPr dirty="0"/>
              <a:t>   • Real-time plotting</a:t>
            </a:r>
          </a:p>
          <a:p>
            <a:endParaRPr dirty="0"/>
          </a:p>
          <a:p>
            <a:r>
              <a:rPr dirty="0"/>
              <a:t>2. Process Grouping</a:t>
            </a:r>
          </a:p>
          <a:p>
            <a:r>
              <a:rPr dirty="0"/>
              <a:t>   • Group related processes</a:t>
            </a:r>
          </a:p>
          <a:p>
            <a:r>
              <a:rPr dirty="0"/>
              <a:t>   • Batch operations</a:t>
            </a:r>
          </a:p>
          <a:p>
            <a:r>
              <a:rPr dirty="0"/>
              <a:t>   • Process tree view</a:t>
            </a:r>
          </a:p>
          <a:p>
            <a:r>
              <a:rPr dirty="0"/>
              <a:t>   • Parent-child relationships</a:t>
            </a:r>
          </a:p>
          <a:p>
            <a:endParaRPr dirty="0"/>
          </a:p>
          <a:p>
            <a:r>
              <a:rPr dirty="0"/>
              <a:t>3. Scheduled Tasks</a:t>
            </a:r>
          </a:p>
          <a:p>
            <a:r>
              <a:rPr dirty="0"/>
              <a:t>   • Schedule priority changes</a:t>
            </a:r>
          </a:p>
          <a:p>
            <a:r>
              <a:rPr dirty="0"/>
              <a:t>   • Time-based boosting</a:t>
            </a:r>
          </a:p>
          <a:p>
            <a:r>
              <a:rPr dirty="0"/>
              <a:t>   • Automated workflows</a:t>
            </a:r>
          </a:p>
          <a:p>
            <a:r>
              <a:rPr dirty="0"/>
              <a:t>   • Cron-like functionality</a:t>
            </a:r>
          </a:p>
          <a:p>
            <a:endParaRPr dirty="0"/>
          </a:p>
          <a:p>
            <a:r>
              <a:rPr dirty="0"/>
              <a:t>4. Network Monitoring</a:t>
            </a:r>
          </a:p>
          <a:p>
            <a:r>
              <a:rPr dirty="0"/>
              <a:t>   • Network usage per process</a:t>
            </a:r>
          </a:p>
          <a:p>
            <a:r>
              <a:rPr dirty="0"/>
              <a:t>   • Connection tracking</a:t>
            </a:r>
          </a:p>
          <a:p>
            <a:r>
              <a:rPr dirty="0"/>
              <a:t>   • Bandwidth monitoring</a:t>
            </a:r>
          </a:p>
          <a:p>
            <a:r>
              <a:rPr dirty="0"/>
              <a:t>   • Network priority</a:t>
            </a:r>
          </a:p>
          <a:p>
            <a:endParaRPr dirty="0"/>
          </a:p>
          <a:p>
            <a:r>
              <a:rPr dirty="0"/>
              <a:t>5. Advanced Filtering</a:t>
            </a:r>
          </a:p>
          <a:p>
            <a:r>
              <a:rPr dirty="0"/>
              <a:t>   • Custom filter rules</a:t>
            </a:r>
          </a:p>
          <a:p>
            <a:r>
              <a:rPr dirty="0"/>
              <a:t>   • Saved filter presets</a:t>
            </a:r>
          </a:p>
          <a:p>
            <a:r>
              <a:rPr dirty="0"/>
              <a:t>   • Complex queries</a:t>
            </a:r>
          </a:p>
          <a:p>
            <a:r>
              <a:rPr dirty="0"/>
              <a:t>   • Regular expressions</a:t>
            </a:r>
          </a:p>
          <a:p>
            <a:endParaRPr dirty="0"/>
          </a:p>
          <a:p>
            <a:r>
              <a:rPr dirty="0"/>
              <a:t>6. Notifications</a:t>
            </a:r>
          </a:p>
          <a:p>
            <a:r>
              <a:rPr dirty="0"/>
              <a:t>   • Alert system</a:t>
            </a:r>
          </a:p>
          <a:p>
            <a:r>
              <a:rPr dirty="0"/>
              <a:t>   • Threshold notifications</a:t>
            </a:r>
          </a:p>
          <a:p>
            <a:r>
              <a:rPr dirty="0"/>
              <a:t>   • Email/SMS alerts</a:t>
            </a:r>
          </a:p>
          <a:p>
            <a:r>
              <a:rPr dirty="0"/>
              <a:t>   • Desktop notifications</a:t>
            </a:r>
          </a:p>
          <a:p>
            <a:endParaRPr dirty="0"/>
          </a:p>
          <a:p>
            <a:r>
              <a:rPr dirty="0"/>
              <a:t>7. Remote Monitoring</a:t>
            </a:r>
          </a:p>
          <a:p>
            <a:r>
              <a:rPr dirty="0"/>
              <a:t>   • Network monitoring</a:t>
            </a:r>
          </a:p>
          <a:p>
            <a:r>
              <a:rPr dirty="0"/>
              <a:t>   • Remote process control</a:t>
            </a:r>
          </a:p>
          <a:p>
            <a:r>
              <a:rPr dirty="0"/>
              <a:t>   • Multi-system dashboard</a:t>
            </a:r>
          </a:p>
          <a:p>
            <a:r>
              <a:rPr dirty="0"/>
              <a:t>   • Client-server architecture</a:t>
            </a:r>
          </a:p>
          <a:p>
            <a:endParaRPr dirty="0"/>
          </a:p>
          <a:p>
            <a:r>
              <a:rPr dirty="0"/>
              <a:t>8. Machine Learning</a:t>
            </a:r>
          </a:p>
          <a:p>
            <a:r>
              <a:rPr dirty="0"/>
              <a:t>   • Predictive priority adjustment</a:t>
            </a:r>
          </a:p>
          <a:p>
            <a:r>
              <a:rPr dirty="0"/>
              <a:t>   • Usage pattern recognition</a:t>
            </a:r>
          </a:p>
          <a:p>
            <a:r>
              <a:rPr dirty="0"/>
              <a:t>   • Intelligent auto-boost</a:t>
            </a:r>
          </a:p>
          <a:p>
            <a:r>
              <a:rPr dirty="0"/>
              <a:t>   • Anomaly detection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t>Project Summary:</a:t>
            </a:r>
          </a:p>
          <a:p>
            <a:r>
              <a:t>• Advanced process management system</a:t>
            </a:r>
          </a:p>
          <a:p>
            <a:r>
              <a:t>• Real-time monitoring and control</a:t>
            </a:r>
          </a:p>
          <a:p>
            <a:r>
              <a:t>• Intelligent priority optimization</a:t>
            </a:r>
          </a:p>
          <a:p>
            <a:r>
              <a:t>• User-friendly GUI interface</a:t>
            </a:r>
          </a:p>
          <a:p>
            <a:r>
              <a:t>• Comprehensive feature set</a:t>
            </a:r>
          </a:p>
          <a:p>
            <a:endParaRPr/>
          </a:p>
          <a:p>
            <a:r>
              <a:t>Key Achievements:</a:t>
            </a:r>
          </a:p>
          <a:p>
            <a:r>
              <a:t>✅ Real-time process monitoring</a:t>
            </a:r>
          </a:p>
          <a:p>
            <a:r>
              <a:t>✅ Dynamic priority management</a:t>
            </a:r>
          </a:p>
          <a:p>
            <a:r>
              <a:t>✅ System resource tracking</a:t>
            </a:r>
          </a:p>
          <a:p>
            <a:r>
              <a:t>✅ Advanced filtering and search</a:t>
            </a:r>
          </a:p>
          <a:p>
            <a:r>
              <a:t>✅ Comprehensive logging</a:t>
            </a:r>
          </a:p>
          <a:p>
            <a:r>
              <a:t>✅ Data export capabilities</a:t>
            </a:r>
          </a:p>
          <a:p>
            <a:r>
              <a:t>✅ Cross-platform compatibility</a:t>
            </a:r>
          </a:p>
          <a:p>
            <a:endParaRPr/>
          </a:p>
          <a:p>
            <a:r>
              <a:t>Technical Highlights:</a:t>
            </a:r>
          </a:p>
          <a:p>
            <a:r>
              <a:t>• Multi-threaded architecture</a:t>
            </a:r>
          </a:p>
          <a:p>
            <a:r>
              <a:t>• Thread-safe GUI updates</a:t>
            </a:r>
          </a:p>
          <a:p>
            <a:r>
              <a:t>• Efficient resource usage</a:t>
            </a:r>
          </a:p>
          <a:p>
            <a:r>
              <a:t>• Robust error handling</a:t>
            </a:r>
          </a:p>
          <a:p>
            <a:r>
              <a:t>• Clean code structure</a:t>
            </a:r>
          </a:p>
          <a:p>
            <a:endParaRPr/>
          </a:p>
          <a:p>
            <a:r>
              <a:t>Impact:</a:t>
            </a:r>
          </a:p>
          <a:p>
            <a:r>
              <a:t>• Improved system performance</a:t>
            </a:r>
          </a:p>
          <a:p>
            <a:r>
              <a:t>• Better resource utilization</a:t>
            </a:r>
          </a:p>
          <a:p>
            <a:r>
              <a:t>• Enhanced user productivity</a:t>
            </a:r>
          </a:p>
          <a:p>
            <a:r>
              <a:t>• Educational value</a:t>
            </a:r>
          </a:p>
          <a:p>
            <a:r>
              <a:t>• Practical utility</a:t>
            </a:r>
          </a:p>
          <a:p>
            <a:endParaRPr/>
          </a:p>
          <a:p>
            <a:r>
              <a:t>Final Message:</a:t>
            </a:r>
          </a:p>
          <a:p>
            <a:r>
              <a:t>"Adaptive Process Booster - Empowering users with intelligent process management and real-time system optimization."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2571</Words>
  <Application>Microsoft Office PowerPoint</Application>
  <PresentationFormat>On-screen Show (4:3)</PresentationFormat>
  <Paragraphs>562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Adaptive Process Booster</vt:lpstr>
      <vt:lpstr>What is Adaptive Process Booster?</vt:lpstr>
      <vt:lpstr>Why Do We Need Process Management?</vt:lpstr>
      <vt:lpstr>Our Solution - Adaptive Process Booster</vt:lpstr>
      <vt:lpstr>Feature-Rich Process Management System</vt:lpstr>
      <vt:lpstr>System Architecture &amp; Design</vt:lpstr>
      <vt:lpstr>System Components Breakdown</vt:lpstr>
      <vt:lpstr>Intelligent Priority Decision Making</vt:lpstr>
      <vt:lpstr>User Interface - Three Main Tabs</vt:lpstr>
      <vt:lpstr>Advanced Capabilities</vt:lpstr>
      <vt:lpstr>Real-Time System Resource Tracking</vt:lpstr>
      <vt:lpstr>Multi-Level Priority Control</vt:lpstr>
      <vt:lpstr>Efficient Multi-Threading Architecture</vt:lpstr>
      <vt:lpstr>Practical Applications</vt:lpstr>
      <vt:lpstr>Technical Deep Dive</vt:lpstr>
      <vt:lpstr>Why Choose Adaptive Process Booster?</vt:lpstr>
      <vt:lpstr>Potential Improvements &amp; Extensions</vt:lpstr>
      <vt:lpstr>Summary &amp; 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Ankit Sanwal</cp:lastModifiedBy>
  <cp:revision>2</cp:revision>
  <dcterms:created xsi:type="dcterms:W3CDTF">2013-01-27T09:14:16Z</dcterms:created>
  <dcterms:modified xsi:type="dcterms:W3CDTF">2025-12-07T05:07:52Z</dcterms:modified>
  <cp:category/>
</cp:coreProperties>
</file>